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Presentation with gesture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Advanced Presentation Studio with Multimodal Controls</a:t>
            </a:r>
          </a:p>
          <a:p/>
          <a:p>
            <a:pPr/>
            <a:r>
              <a:t>• Elite editor + advanced design modules</a:t>
            </a:r>
          </a:p>
          <a:p>
            <a:pPr/>
            <a:r>
              <a:t>• Presentation player + stop/zoom + two-finger/clap control</a:t>
            </a:r>
          </a:p>
          <a:p>
            <a:pPr/>
            <a:r>
              <a:t>• Built with React, Fabric.js, Express, MediaPipe, OpenCV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Traditional presentations rely on keyboard or remote clickers</a:t>
            </a:r>
          </a:p>
          <a:p>
            <a:pPr>
              <a:defRPr sz="2100"/>
            </a:pPr>
            <a:r>
              <a:t>Design-heavy tools are powerful but not touchless</a:t>
            </a:r>
          </a:p>
          <a:p>
            <a:pPr>
              <a:defRPr sz="2100"/>
            </a:pPr>
            <a:r>
              <a:t>Need a demo app combining design flexibility with gesture control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Deliver richer Canva-style design workflow</a:t>
            </a:r>
          </a:p>
          <a:p>
            <a:pPr>
              <a:defRPr sz="2100"/>
            </a:pPr>
            <a:r>
              <a:t>Add robust gesture set beyond basic navigation</a:t>
            </a:r>
          </a:p>
          <a:p>
            <a:pPr>
              <a:defRPr sz="2100"/>
            </a:pPr>
            <a:r>
              <a:t>Support sound-triggered slide progression</a:t>
            </a:r>
          </a:p>
          <a:p>
            <a:pPr>
              <a:defRPr sz="2100"/>
            </a:pPr>
            <a:r>
              <a:t>Provide stable save/load and polished demo 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Frontend: React + Fabric canvas editor and presentation overlay</a:t>
            </a:r>
          </a:p>
          <a:p>
            <a:pPr>
              <a:defRPr sz="2100"/>
            </a:pPr>
            <a:r>
              <a:t>Backend: Node/Express APIs for save/load JSON</a:t>
            </a:r>
          </a:p>
          <a:p>
            <a:pPr>
              <a:defRPr sz="2100"/>
            </a:pPr>
            <a:r>
              <a:t>Gesture Module: Python + MediaPipe + OpenCV</a:t>
            </a:r>
          </a:p>
          <a:p>
            <a:pPr>
              <a:defRPr sz="2100"/>
            </a:pPr>
            <a:r>
              <a:t>Realtime link: WebSocket events to presentation controller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Design modules: templates, themes, shapes, styling, layers</a:t>
            </a:r>
          </a:p>
          <a:p>
            <a:pPr>
              <a:defRPr sz="2100"/>
            </a:pPr>
            <a:r>
              <a:t>Productivity modules: undo/redo, group/ungroup, duplicate, align</a:t>
            </a:r>
          </a:p>
          <a:p>
            <a:pPr>
              <a:defRPr sz="2100"/>
            </a:pPr>
            <a:r>
              <a:t>Presentation mode: fullscreen, pause mode, zoom controls</a:t>
            </a:r>
          </a:p>
          <a:p>
            <a:pPr>
              <a:defRPr sz="2100"/>
            </a:pPr>
            <a:r>
              <a:t>Gesture module: swipe, start, stop, two-finger zoom permission, thumbs-up zoom-out, clap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Frontend: React, Vite, Fabric.js, CSS</a:t>
            </a:r>
          </a:p>
          <a:p>
            <a:pPr>
              <a:defRPr sz="2100"/>
            </a:pPr>
            <a:r>
              <a:t>Backend: Node.js, Express</a:t>
            </a:r>
          </a:p>
          <a:p>
            <a:pPr>
              <a:defRPr sz="2100"/>
            </a:pPr>
            <a:r>
              <a:t>Computer Vision: MediaPipe Tasks, OpenCV</a:t>
            </a:r>
          </a:p>
          <a:p>
            <a:pPr>
              <a:defRPr sz="2100"/>
            </a:pPr>
            <a:r>
              <a:t>Protocol: WebSocket for gesture events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Presentation -&gt; slides[] -&gt; objects[]</a:t>
            </a:r>
          </a:p>
          <a:p>
            <a:pPr>
              <a:defRPr sz="2100"/>
            </a:pPr>
            <a:r>
              <a:t>Each object stores type and Fabric properties</a:t>
            </a:r>
          </a:p>
          <a:p>
            <a:pPr>
              <a:defRPr sz="2100"/>
            </a:pPr>
            <a:r>
              <a:t>Decks saved as JSON via /api/presentation/:id</a:t>
            </a:r>
          </a:p>
          <a:p>
            <a:pPr>
              <a:defRPr sz="2100"/>
            </a:pPr>
            <a:r>
              <a:t>Supports local export for backup and portability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Gesture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Webcam frame capture</a:t>
            </a:r>
          </a:p>
          <a:p>
            <a:pPr>
              <a:defRPr sz="2100"/>
            </a:pPr>
            <a:r>
              <a:t>Hand landmark detection (21 points)</a:t>
            </a:r>
          </a:p>
          <a:p>
            <a:pPr>
              <a:defRPr sz="2100"/>
            </a:pPr>
            <a:r>
              <a:t>Smoothed motion + velocity/displacement thresholds</a:t>
            </a:r>
          </a:p>
          <a:p>
            <a:pPr>
              <a:defRPr sz="2100"/>
            </a:pPr>
            <a:r>
              <a:t>Emit events: next / prev / start / stop / zoom_arm / zoom_in / zoom_out</a:t>
            </a:r>
          </a:p>
          <a:p>
            <a:pPr>
              <a:defRPr sz="2100"/>
            </a:pPr>
            <a:r>
              <a:t>Audio detector: one clap next, two quick claps previous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Gesture Training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Interactive trainer: python train_gesture_profile.py</a:t>
            </a:r>
          </a:p>
          <a:p>
            <a:pPr>
              <a:defRPr sz="2100"/>
            </a:pPr>
            <a:r>
              <a:t>Calibrates personal swipe/zoom/sound thresholds</a:t>
            </a:r>
          </a:p>
          <a:p>
            <a:pPr>
              <a:defRPr sz="2100"/>
            </a:pPr>
            <a:r>
              <a:t>Maps each primitive gesture to an operation</a:t>
            </a:r>
          </a:p>
          <a:p>
            <a:pPr>
              <a:defRPr sz="2100"/>
            </a:pPr>
            <a:r>
              <a:t>Saves reusable gesture_profile.json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Noise Reduction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Moving average smoothing window</a:t>
            </a:r>
          </a:p>
          <a:p>
            <a:pPr>
              <a:defRPr sz="2100"/>
            </a:pPr>
            <a:r>
              <a:t>Swipe direction confirmation streak</a:t>
            </a:r>
          </a:p>
          <a:p>
            <a:pPr>
              <a:defRPr sz="2100"/>
            </a:pPr>
            <a:r>
              <a:t>Cooldown + palm open-close sequence logic for start</a:t>
            </a:r>
          </a:p>
          <a:p>
            <a:pPr>
              <a:defRPr sz="2100"/>
            </a:pPr>
            <a:r>
              <a:t>Pinch velocity gating for zoom stability</a:t>
            </a:r>
          </a:p>
          <a:p>
            <a:pPr>
              <a:defRPr sz="2100"/>
            </a:pPr>
            <a:r>
              <a:t>Adaptive sound-floor threshold for clap events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Run (3 Terminals)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Backend: cd backend &amp;&amp; npm run dev</a:t>
            </a:r>
          </a:p>
          <a:p>
            <a:pPr>
              <a:defRPr sz="2100"/>
            </a:pPr>
            <a:r>
              <a:t>Frontend: cd frontend &amp;&amp; npm run dev</a:t>
            </a:r>
          </a:p>
          <a:p>
            <a:pPr>
              <a:defRPr sz="2100"/>
            </a:pPr>
            <a:r>
              <a:t>Gesture: cd gesture &amp;&amp; source .venv/bin/activate &amp;&amp; python gesture_controller.py</a:t>
            </a:r>
          </a:p>
          <a:p>
            <a:pPr>
              <a:defRPr sz="2100"/>
            </a:pPr>
            <a:r>
              <a:t>Open app at http://localhost:5173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Create 3 slides in editor</a:t>
            </a:r>
          </a:p>
          <a:p>
            <a:pPr>
              <a:defRPr sz="2100"/>
            </a:pPr>
            <a:r>
              <a:t>Save and reload deck</a:t>
            </a:r>
          </a:p>
          <a:p>
            <a:pPr>
              <a:defRPr sz="2100"/>
            </a:pPr>
            <a:r>
              <a:t>Start presentation mode</a:t>
            </a:r>
          </a:p>
          <a:p>
            <a:pPr>
              <a:defRPr sz="2100"/>
            </a:pPr>
            <a:r>
              <a:t>Navigate with swipe + two-finger permission + pinch zoom + thumbs-up zoom-out + clap next/prev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Fixes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MediaPipe API differences (solutions vs tasks)</a:t>
            </a:r>
          </a:p>
          <a:p>
            <a:pPr>
              <a:defRPr sz="2100"/>
            </a:pPr>
            <a:r>
              <a:t>WebSocket port conflict resolution</a:t>
            </a:r>
          </a:p>
          <a:p>
            <a:pPr>
              <a:defRPr sz="2100"/>
            </a:pPr>
            <a:r>
              <a:t>OpenCV preview failures handled with headless fallback</a:t>
            </a:r>
          </a:p>
          <a:p>
            <a:pPr>
              <a:defRPr sz="2100"/>
            </a:pPr>
            <a:r>
              <a:t>Gesture false positives reduced with stricter logic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Realtime collaboration and shared cursors</a:t>
            </a:r>
          </a:p>
          <a:p>
            <a:pPr>
              <a:defRPr sz="2100"/>
            </a:pPr>
            <a:r>
              <a:t>AI slide drafting + layout suggestions</a:t>
            </a:r>
          </a:p>
          <a:p>
            <a:pPr>
              <a:defRPr sz="2100"/>
            </a:pPr>
            <a:r>
              <a:t>Gesture personalization profile</a:t>
            </a:r>
          </a:p>
          <a:p>
            <a:pPr>
              <a:defRPr sz="2100"/>
            </a:pPr>
            <a:r>
              <a:t>Native PPTX animation timeline support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Presentation with gesture demonstrates design + CV + audio integration</a:t>
            </a:r>
          </a:p>
          <a:p>
            <a:pPr>
              <a:defRPr sz="2100"/>
            </a:pPr>
            <a:r>
              <a:t>Prototype is stable enough for project demo</a:t>
            </a:r>
          </a:p>
          <a:p>
            <a:pPr>
              <a:defRPr sz="2100"/>
            </a:pPr>
            <a:r>
              <a:t>Architecture is extensible toward production features</a:t>
            </a:r>
          </a:p>
          <a:p>
            <a:pPr>
              <a:defRPr sz="2100"/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